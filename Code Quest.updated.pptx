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192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96"/>
      </p:cViewPr>
      <p:guideLst>
        <p:guide orient="horz" pos="2160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153933" y="269419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982" y="1687516"/>
            <a:ext cx="3301157" cy="86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568777"/>
            <a:ext cx="9837915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 HM50 - 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cs typeface="Times New Roman Bold"/>
              </a:rPr>
              <a:t>Disaster Preparedness App 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6001" y="5243019"/>
            <a:ext cx="813655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Code Quest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5" y="6919947"/>
            <a:ext cx="17330097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Kripa Mehndiratta, Pragati Sachdeva, Bhumika Singh, Princy Mahajan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485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2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8781" y="3181985"/>
            <a:ext cx="16152018" cy="1800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</a:t>
            </a:r>
            <a:r>
              <a:rPr lang="en-US" sz="3399" b="1" spc="-271" dirty="0">
                <a:solidFill>
                  <a:srgbClr val="FFFFFF"/>
                </a:solidFill>
                <a:latin typeface="Kalam Light" panose="02000000000000000000" pitchFamily="2" charset="0"/>
                <a:ea typeface="Times New Roman Bold"/>
                <a:cs typeface="Kalam Light" panose="02000000000000000000" pitchFamily="2" charset="0"/>
                <a:sym typeface="Times New Roman Bold"/>
              </a:rPr>
              <a:t>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spc="-271" dirty="0">
                <a:solidFill>
                  <a:srgbClr val="FFFFFF"/>
                </a:solidFill>
                <a:latin typeface="Kalam Light" panose="02000000000000000000" pitchFamily="2" charset="0"/>
                <a:cs typeface="Kalam Light" panose="02000000000000000000" pitchFamily="2" charset="0"/>
                <a:sym typeface="Times New Roman Bold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</a:rPr>
              <a:t>During disasters like floods, earthquakes, and heatwaves, people often lack quick access to accurate, local 	information. Communication systems may fail, causing confusion and delayed response.</a:t>
            </a: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  <a:sym typeface="Times New Roman Bold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2890" y="5380660"/>
            <a:ext cx="16693025" cy="1800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  <a:cs typeface="Kalam Light" panose="02000000000000000000" pitchFamily="2" charset="0"/>
              </a:rPr>
              <a:t>	Local residents, emergency responders, authorities, and vulnerable groups like elderly and children are most 	affected.</a:t>
            </a:r>
            <a:endParaRPr lang="en-US" sz="2800" b="1" spc="-271" dirty="0">
              <a:solidFill>
                <a:schemeClr val="bg1"/>
              </a:solidFill>
              <a:latin typeface="Kalam Light" panose="02000000000000000000" pitchFamily="2" charset="0"/>
              <a:ea typeface="Times New Roman Bold"/>
              <a:cs typeface="Kalam Light" panose="02000000000000000000" pitchFamily="2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2949" y="7279408"/>
            <a:ext cx="16202099" cy="1785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important?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</a:t>
            </a: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  <a:sym typeface="Times New Roman Bold"/>
              </a:rPr>
              <a:t>Delayed</a:t>
            </a:r>
            <a:r>
              <a:rPr lang="en-US" sz="2800" spc="-271" dirty="0">
                <a:solidFill>
                  <a:srgbClr val="FFFFFF"/>
                </a:solidFill>
                <a:latin typeface="Kalam Light" panose="02000000000000000000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Kalam Light" panose="02000000000000000000" pitchFamily="2" charset="0"/>
                <a:sym typeface="Times New Roman Bold"/>
              </a:rPr>
              <a:t>information costs lives. A centralized, AI-powered alert system can bridge the gap between official           	channels and on-the-ground reality.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75566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1" y="2920597"/>
            <a:ext cx="16230599" cy="1811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 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Existing solutions include government alert systems, weather apps, and disaster management platforms like early warning 	systems and emergency helplines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21871" y="5087415"/>
            <a:ext cx="15129788" cy="1785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 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These solutions often lack real-time local updates, depend heavily on internet connectivity, and do not allow 	community-level reporting or coordination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21871" y="7227751"/>
            <a:ext cx="14737744" cy="1772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	This project fills the gap by providing a localized, real-time platform where users can report incidents, receive 	alerts, and access offline emergency guides, ensuring better communication even during network failures.</a:t>
            </a:r>
            <a:endParaRPr lang="en-US" sz="24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9947"/>
            <a:ext cx="18288000" cy="1114699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2" y="3087020"/>
            <a:ext cx="16230600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  <a:r>
              <a:rPr lang="en-US" sz="2400" b="1" spc="-27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A disaster app that gives real-time local updates, AI-based alerts, and an offline emergency guide.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0041" y="5013553"/>
            <a:ext cx="15843339" cy="2389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b="1" spc="-27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rgbClr val="FFFFFF"/>
                </a:solidFill>
                <a:cs typeface="Times New Roman Bold"/>
                <a:sym typeface="Times New Roman Bold"/>
              </a:rPr>
              <a:t>AI safety alerts, community incident reporting, live threat radar, India SVG map with pins, preparedness quiz. Unique 	because it merges citizen reporting +  AI severity classification + weather in one UI. MVP is live at 	</a:t>
            </a:r>
            <a:r>
              <a:rPr lang="en-US" sz="2400" b="1" dirty="0">
                <a:solidFill>
                  <a:srgbClr val="FFFFFF"/>
                </a:solidFill>
                <a:cs typeface="Times New Roman Bold"/>
                <a:sym typeface="Times New Roman Bold"/>
              </a:rPr>
              <a:t>paniczero.onrender.com</a:t>
            </a:r>
            <a:r>
              <a:rPr lang="en-US" sz="2400" dirty="0">
                <a:solidFill>
                  <a:srgbClr val="FFFFFF"/>
                </a:solidFill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6120" y="7391498"/>
            <a:ext cx="16073180" cy="1156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problem:</a:t>
            </a:r>
            <a:b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2400" dirty="0">
                <a:solidFill>
                  <a:schemeClr val="bg1"/>
                </a:solidFill>
              </a:rPr>
              <a:t>Provides fast, local information, improves coordination, and works even without internet—helping save lives.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898" y="2099995"/>
            <a:ext cx="15677699" cy="2387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diagram: </a:t>
            </a:r>
            <a:b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User reports are submitted through the app → sent to the backend → stored in the database → processed and shown 	on the live map → AI API analyzes data and generates local alerts → users receive updates in real time (even offline via 	cached data)</a:t>
            </a:r>
            <a:endParaRPr lang="en-US" sz="3399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6897" y="4888450"/>
            <a:ext cx="16002237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	Frontend (App UI), Backend (Flask server),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	Database (stores reports &amp; alerts), APIs (AI for alerts, location services).</a:t>
            </a:r>
          </a:p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46896" y="7281148"/>
            <a:ext cx="16002237" cy="1811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briefly: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400" b="1" spc="-27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 </a:t>
            </a:r>
            <a:r>
              <a:rPr lang="en-US" sz="2400" dirty="0">
                <a:solidFill>
                  <a:schemeClr val="bg1"/>
                </a:solidFill>
              </a:rPr>
              <a:t>User (App) -&gt;   Frontend (UI) -&gt; Backend (Flask Server) -&gt; Database (Reports Storage) -&gt; AI API (Alert Generation) -&gt;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Frontend (Alerts + Map Display)</a:t>
            </a: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3A0FB-E669-07E7-F0F7-E7BF7FFB9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890" y="1968307"/>
            <a:ext cx="15353071" cy="75591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684671" y="367177"/>
            <a:ext cx="6421487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6" y="2081039"/>
            <a:ext cx="15540521" cy="1630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HTML5, CSS3 — structure and styling of all pages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SVG Map   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156" y="4244205"/>
            <a:ext cx="15951850" cy="234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Python + Flask — handles all API routes, stores reports, calls Claude API</a:t>
            </a:r>
            <a:b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Flask-CORS — allows frontend to talk to backend smoothly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2321" y="6123774"/>
            <a:ext cx="14493386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cs typeface="Times New Roman Bold"/>
                <a:sym typeface="Times New Roman Bold"/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SQLite — lightweight, no setup needed, stores incident reports and user sessions</a:t>
            </a:r>
            <a:endParaRPr lang="en-US" sz="20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2321" y="7610865"/>
            <a:ext cx="17182399" cy="236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APIs used: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ea typeface="Times New Roman Bold"/>
                <a:cs typeface="Times New Roman Bold"/>
                <a:sym typeface="Times New Roman Bold"/>
              </a:rPr>
              <a:t>	OpenAI API  - </a:t>
            </a:r>
            <a:r>
              <a:rPr lang="en-US" sz="2000" dirty="0">
                <a:solidFill>
                  <a:schemeClr val="bg1"/>
                </a:solidFill>
              </a:rPr>
              <a:t>generates accurate, plain-English local safety summaries from community reports; reliable, well-documented, and easy to integrate with Flask 	in minutes</a:t>
            </a:r>
            <a:endParaRPr lang="en-US" sz="2000" dirty="0">
              <a:solidFill>
                <a:schemeClr val="bg1"/>
              </a:solidFill>
              <a:ea typeface="Times New Roman Bold"/>
              <a:cs typeface="Times New Roman Bold"/>
              <a:sym typeface="Times New Roman Bold"/>
            </a:endParaRP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2000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9051" y="826443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4B58768-5D70-B5F7-5EEA-D624D47A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22805" y="374874"/>
            <a:ext cx="11068381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C16178-A9AD-04AA-AA03-F3354A8FB3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932"/>
          <a:stretch>
            <a:fillRect/>
          </a:stretch>
        </p:blipFill>
        <p:spPr>
          <a:xfrm>
            <a:off x="2764871" y="2206566"/>
            <a:ext cx="12314904" cy="69462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964514" y="320823"/>
            <a:ext cx="1098746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6421" y="2391232"/>
            <a:ext cx="16230600" cy="144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Instant AI-generated safety summary with real-time community incident map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Emergency guide works fully offline, no internet required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99083" y="4496628"/>
            <a:ext cx="11665982" cy="2016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Turns every citizen into an informed first responder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Simple, plain-English guidance for all ages and literacy levels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6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65415" y="6782012"/>
            <a:ext cx="17995015" cy="2102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Built for India's 700+ annual disasters, scalable to any city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Designed for NDMA integration and nationwide deployment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D969A4EB-003A-D871-29C8-89F20E29F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02" y="2192118"/>
            <a:ext cx="15771257" cy="2275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 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Multilingual support — Hindi, Marathi, Tamil for rural reach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SMS alerts for users with no smartphones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AI-powered image verification to prevent fake incident reports </a:t>
            </a:r>
          </a:p>
          <a:p>
            <a:pPr marL="824228" lvl="2">
              <a:lnSpc>
                <a:spcPts val="4759"/>
              </a:lnSpc>
              <a:spcBef>
                <a:spcPct val="0"/>
              </a:spcBef>
            </a:pPr>
            <a:r>
              <a:rPr lang="en-US" sz="20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0302" y="6861141"/>
            <a:ext cx="16441818" cy="2718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 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Switch SQLite → PostgreSQL to handle thousands of concurrent reports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marL="824228" lvl="2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0302" y="4618537"/>
            <a:ext cx="16258937" cy="1945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 :</a:t>
            </a:r>
          </a:p>
          <a:p>
            <a:pPr marL="367028" lvl="1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</a:rPr>
              <a:t>	HM50 Disaster Preparedness App is a community-powered, AI-assisted, offline-capable emergency platform that turns every citizen into an informed 	first responder — built in 8 hours, designed to save lives. 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b="1" spc="-271" dirty="0">
              <a:solidFill>
                <a:schemeClr val="bg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756</Words>
  <Application>Microsoft Office PowerPoint</Application>
  <PresentationFormat>Custom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Kalam Light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Kushi Mehndiratta</dc:creator>
  <cp:lastModifiedBy>nishaoct18@gmail.com</cp:lastModifiedBy>
  <cp:revision>4</cp:revision>
  <dcterms:modified xsi:type="dcterms:W3CDTF">2026-04-03T09:13:54Z</dcterms:modified>
</cp:coreProperties>
</file>